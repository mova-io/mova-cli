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011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DEMO WALKTHROUGH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46888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200" b="1" i="0">
                <a:solidFill>
                  <a:srgbClr val="1A1A1A"/>
                </a:solidFill>
              </a:defRPr>
            </a:pPr>
            <a:r>
              <a:t>Build a Movate FAQ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 i="0">
                <a:solidFill>
                  <a:srgbClr val="555555"/>
                </a:solidFill>
              </a:defRPr>
            </a:pPr>
            <a:r>
              <a:t>Manager + 2 role agents · routing, eval, bench, deploy in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Hands-on demo · pairs with the onboarding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you'll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A real-world pattern: a manager agent that routes questions to specialists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**Manager agent** — classifies an incoming question as "services" or "cli".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**Services-expert agent** — answers questions about Movate's service offerings. KB is a list of Movate services baked into the prompt.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**CLI-expert agent** — answers questions about movate-cli itself. KB is excerpts from the docs/ folder.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**Workflow** — a single `workflow.yaml` wires the three agents together. Conditional edges route based on the manager's classification.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**Eval dataset** — 30 test questions (mix of services + CLI topics). Gate on 90%+ routing accuracy.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**Bench** — compare 3 model choices for the manager role. Cheapest model that still routes accurately wins.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**Deploy** — push to Movate's Azure runtime. Submit jobs from anywhere. Telegram pings your phone when answers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By the end: you've exercised typed agents, conditional workflows, eval gates, multi-model bench, deploy, and prod submission — the full v1.0 surface.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The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workflow, three agents, conditional routing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1148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91639"/>
            <a:ext cx="10515600" cy="37490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┌──────────────┐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│   USER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│  question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└──────┬───────┘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▼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┌──────────────────────┐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manager agent     │  (classifies the question)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──────────────────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outputs: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classification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  ∈ {services,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│         cli}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└──────────┬───────────┘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┌────────┴─────────┐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│   conditional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│      edge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└────────┬─────────┘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┌────────────┴────────────┐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│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▼ classification=services ▼ classification=cli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┌────────────────────┐     ┌────────────────────┐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│ services_expert    │     │   cli_expert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│ KB: Movate services│     │ KB: movate-cli docs│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└─────────┬──────────┘     └──────────┬─────────┘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│                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└─────────────┬──────────────┘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         ▼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┌──────────────────┐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│   final answer   │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  <a:r>
              <a:t>                  └──────────────────┘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1A1A1A"/>
                </a:solidFill>
                <a:latin typeface="Menl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48640" y="5806440"/>
            <a:ext cx="11091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Three typed agents wired by one workflow.yaml. Conditional edges (movate v1.1 / LangGraph runtime) drive the routing.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Why this is a great first demo to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Exercises every v1.0 capability against a realistic production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**Routing / triage is the most common multi-agent pattern.** Customer support, ticket dispatch, internal Q&amp;A bots — they all start with "figure out who should answer this."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**Easy to extend.** Add a third role agent for billing? One YAML edit + one new prompt. The manager doesn't change.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**Tests the eval surface meaningfully.** Routing accuracy is binary per case (right or wrong classification) — perfect for `--gate 0.9` regression detection.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**Bench has a clear winner condition.** Manager is small + frequent: you want the cheapest model that still routes accurately. `movate bench` quantifies the trade-off.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**Shows off conditional edges** — the v1.1 LangGraph feature that distinguishes movate workflows from simple linear chains.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**Real production shape.** Every customer engagement at Movate that ships agents will look something like this — multiple specialized agents, a router, a knowledge base per specialist.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What you need on your machine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182112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29077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movate-cli installed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--version    # expect: 1.0.0 or later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At least 2 provider API keys in .env (or env vars)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cat .env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OPENAI_API_KEY=sk-proj-...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ANTHROPIC_API_KEY=sk-ant-api03-...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Optional but recommended: register Movate's prod deployment target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(skip if running purely local for now)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config list-targets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73752"/>
            <a:ext cx="11091672" cy="1435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You'll use OpenAI for the manager (cheap classifier role) and Anthropic for the role agents (longer-form answers).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Movate's runtime target is optional — you can build + eval + bench entirely local first, deploy only when you're happy.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Estimated provider spend for this whole walkthrough (3 dev runs + eval + bench): ~$0.15.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If movate isn't installed yet, see the onboarding deck (slides 5-8) or run: uv tool install --from git+https://github.com/Movate/movate-cli movate-cli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Build the three agents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 — Project layout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workflow project containing three agent subdirs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95020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675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mkdir movate-faq &amp;&amp; cd movate-faq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Scaffold each agent in its own subdir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init agents/manager -t classifier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init agents/services -t 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init agents/cli -t 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Files we'll create by hand: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workflow.yaml   — wires the three agents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state.json      — typed state schema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evals/dataset.jsonl — test cases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Final layout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find . -type d | sort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41848"/>
            <a:ext cx="11091672" cy="66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**`classifier` template** for the manager — it ships with an exact-match judge config since classifications are deterministic (services or cli, not both).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**`faq` template** for the role agents — ships with an LLM-as-judge config since their answers are free-form prose.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`workflow.yaml` is where you'll wire them together. The next slides build it up.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2 — The manager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A cheap, fast classifier. No knowledge base; just routing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agents/manager/agent.yaml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version: 0.1.0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provider: openai/gpt-4o-mini-2024-07-18    # cheap; classification is easy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params: { temperature: 0 }                  # deterministic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prompt: ./prompt.md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schema: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input: ./schema/input.json     # { question: string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output: ./schema/output.json   # { classification: 'services' | 'cli'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budget: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max_cost_usd_per_run: 0.001    # hard cap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agents/manager/prompt.md (excerpt)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Classify the user's question. Output JSON with a "classification"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field. Use "services" for questions about Movate's offerings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(consulting, managed services, training). Use "cli" for questions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about the movate-cli toolkit (commands, features, deploys, evals).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Question: {{ input.question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**Temperature 0** for the classifier — same question should always classify the same way. Variance here is bad.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**Output schema with an enum** — the JSON Schema validator rejects anything other than "services" or "cli". Manager can't accidentally output a third category.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**$0.001 budget cap** — manager is the high-frequency hot path. A misbehaved manager that runs a $0.01 call per question would be unfair to downstream cost.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3 — The services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Answers Movate-service questions; KB is embedded in the prompt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agents/services/agent.yaml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services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model: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provider: anthropic/claude-haiku-4-5-20251001   # great for prose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params: { temperature: 0.3 }                     # slight variance OK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prompt: ./prompt.md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schema: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input: ./schema/input.json    # { question: string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output: ./schema/output.json  # { answer: string, sources: [string]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budget: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max_cost_usd_per_run: 0.05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agents/services/prompt.md (excerpt — KB is inline for demo)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You are a Movate services expert. Use the knowledge base below to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answer questions about Movate's offerings.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Knowledge base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**Digital Engineering**: cloud transformation, app modernization, 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**Managed Services**: 24/7 infrastructure ops, security ops center, 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**Industry Solutions**: retail, banking, healthcare verticals, 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(...etc)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Question: {{ input.question 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Answer with citations from the KB above. Output {answer, sources}.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**KB inline in prompt** — fine for a demo with a small fixed KB. Production would swap to a `kb_search` tool (movate's `@tool` decorator) backed by pgvector or Azure AI Search.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**Anthropic Claude** for prose — handles longer-form answers more reliably than the GPT-4o-mini you used for the manager. Per-role model selection is normal.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**Output schema requires `sources`** — forces the model to ground its answer in the KB. If it tries to invent a source not in the KB, eval-as-judge will catch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4 — The CLI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Same pattern, different KB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agents/cli/prompt.md (excerpt)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You are a movate-cli expert. Answer questions about how to use the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toolkit: scaffolding agents, running evals, deploying, etc.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Knowledge base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init` — scaffolds a new agent from a template (faq,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summarizer, classifier, or generic agent_init).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run` — single-shot execution. --mock for no-API-call.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eval` — dataset eval with --gate score regression.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bench` — multi-model comparison.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`movate deploy` — push to Azure Container Apps.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(...etc — populate from docs/dev-loop.md)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Examples of high-level questions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 I create a new agent?"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"What is a workflow?"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 I deploy to production?"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Examples of technical questions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does --baseline detect drift?"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"What's the difference between eval and bench?"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- "How does conditional routing work in workflow.yaml?"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Question: {{ input.question }}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**KB sourced from the repo's docs/** — `docs/dev-loop.md`, README, command help text. For a richer KB you'd extract per-section markdown and embed; that's a follow-up.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**"Examples of..." sections in the prompt** prime the model to handle both high-level ("what's a workflow?") and technical ("how does --baseline diff?") questions. Few-shot in disguise.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**Same output schema** as services expert — keeps the downstream code one branch instead of two.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Wire the workflow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5 — The workflow.yaml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One file describes the entire routing topology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movate-faq/workflow.yaml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api_version: movate/v1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kind: Workflow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name: movate-faq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version: 0.1.0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description: Routes questions to services or CLI experts.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Use LangGraph runtime for conditional edges + checkpointing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runtime: langgraph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checkpointer: memory    # use sqlite/postgres in production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state_schema: ./state.json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entrypoint: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nodes: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{ id: manager,          type: agent, ref: ./agents/manager 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{ id: services_expert,  type: agent, ref: ./agents/services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{ id: cli_expert,       type: agent, ref: ./agents/cli     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edges: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from: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to: services_expert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kind: conditional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when: "$.classification == 'services'"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from: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to: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kind: conditional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when: "$.classification == 'cli'"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- from: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to: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kind: conditional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when: null        # default branch — required + must be last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**`runtime: langgraph`** unlocks conditional edges. The default homegrown runner only handles linear DAGs.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**JSONPath-like DSL** in the `when:` clauses — supports `==`, `!=`, `&lt;`, `&gt;`, `&amp;&amp;`, `||`, `in [...]`. No `eval()`, no third-party dep.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**Default branch (`when: null`) is required and must be last** — covers the "manager misclassified" or "unknown intent" case. We route to cli_expert as a safe fallback.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6 — The state schema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Typed state flows through the workflow; each node adds to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438144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1638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movate-faq/state.json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"$schema": "https://json-schema.org/draft/2020-12/schema",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"type": "object",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"required": ["question"],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"properties": {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"question":       { "type": "string"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"classification": { "type": "string", "enum": ["services", "cli"]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"answer":         { "type": "string" 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"sources":        { "type": "array", "items": { "type": "string" }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129784"/>
            <a:ext cx="11091672" cy="1179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**`question` is required** as the initial state. Any user submission must provide it.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**Manager fills `classification`** — its output is merged into state, then the conditional edge reads `$.classification` to route.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**Role agents fill `answer` + `sources`** — final workflow state has all four fields.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**Enum constrains `classification`** — schema validates the manager's output before the conditional edge fires.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7 — First local run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`movate run` walks the workflow end-to-end · `--node-trace` shows state evolution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Run with a CLI question — expect routing →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run ./movate-faq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'{"question": "How do I deploy an agent to Azure?"}'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--node-trace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Output (abbreviated):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workflow run mvt-9ad12fe... — success (1.2s, $0.018)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Node-by-node state trace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initial state: {"question": "How do I deploy an agent to Azure?"}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1. manager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output:    {"classification": "cli"}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+ added:   classification = "cli"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2. cli_expert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output:    {"answer": "Use `movate deploy --target prod`...",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            "sources": ["docs/dev-loop.md"]}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+ added:   answer = "..."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              sources = [...]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**`--node-trace`** is the workflow-debugging killer feature. Shows the state delta added by each node — instantly spot which node corrupted a key.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**Run cost surfaced inline** ($0.018 here) — manager + role agent. The manager was $0.0003, role agent was $0.018. Manager's cheap; that's by design.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**Try a services question next**: `'{"question": "What does Movate's managed services offer?"}'` — you'll see the workflow route to services_expert.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Quality + cost gates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8 — Build an eval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Mix of services and CLI questions; expected classification per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3950208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675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movate-faq/evals/dataset.jsonl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"What is Movate's digital engineering practice?"},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"services"}}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"How do I run movate eval --gate 0.7?"},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"cli"}}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"Tell me about Movate's industry solutions"},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"services"}}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{"input": {"question": "What's the difference between --replay and --baseline?"},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"expected": {"classification": "cli"}}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... 30 cases total, 15 of each type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movate-faq/evals/judge.yaml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method: exact_match     # routing is binary — no LLM judge needed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field: classification   # only score on the manager's 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641848"/>
            <a:ext cx="11091672" cy="6675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**Mix the two question types ~50/50** — catches a manager that always answers "cli" with 50% accuracy. Skewed datasets miss skewed biases.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**Exact-match judge** for classification — no LLM-as-judge needed; the manager's output is one of two strings.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**Eval on just `classification` field** — we're testing the manager's routing, not the role agents' prose. Separate concerns get separate tests.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9 — Run eval, gate on routing accuracy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`--gate 0.9` fails CI on routing regression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Eval the workflow with the manager's routing as the gated output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eval ./movate-faq --gate 0.9 --runs 3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Sample output (Rich table):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┌────────┬───────────────┬─────────────────┬────────────┐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case # │ expected      │ got             │ score  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├────────┼───────────────┼─────────────────┼────────────┤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1      │ services      │ services        │ ✓ 1.000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2      │ cli           │ cli             │ ✓ 1.000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3      │ services      │ cli             │ ✗ 0.000    │  ← miss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...    │               │                 │           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└────────┴───────────────┴─────────────────┴────────────┘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mean_score: 0.933 (28/30 correct)  ✓ above gate 0.9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Saved as eval_id=ev-abc-123... (use --baseline ev-abc-123 to detect drift)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**3 runs/case** smooths the rare "GPT-4o-mini hiccup" non-determinism. Gate-mode `mean` (the default) averages.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**93.3% mean accuracy ≥ 0.9 gate** — exits 0; CI passes. A regression to 85% would exit 1 and block the merge.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**Stored `eval_id`** — pass it to the next eval as `--baseline ev-abc-123` to catch "this used to work" regressions specifically.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10 — Bench the manager's model choice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Which provider gives best routing accuracy for the cost?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Bench just the manager agent across 3 models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bench ./agents/manager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'{"question": "How do I deploy an agent?"}'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--runs 5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-m openai/gpt-4o-mini-2024-07-18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-m anthropic/claude-haiku-4-5-20251001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-m google/gemini-2-flash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Sample output (Rich table):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┌──────────────────────────────────┬──────────┬─────┬─────┬───────┐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model                             │ cost/run │ p50 │ p95 │ score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├──────────────────────────────────┼──────────┼─────┼─────┼───────┤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openai/gpt-4o-mini-2024-07-18    │ $0.0003  │ 280 │ 410 │ 1.000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anthropic/claude-haiku-4-5-...    │ $0.0008  │ 510 │ 690 │ 1.000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│ google/gemini-2-flash             │ $0.0001  │ 340 │ 450 │ 1.000 │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└──────────────────────────────────┴──────────┴─────┴─────┴───────┘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Saved as bench_id=bn-xyz-789...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**All three at 100% accuracy** on a single test question — manager's task is easy. The cost tie-breaker picks Gemini-2-flash ($0.0001/run).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**Run the same bench with a full 30-case dataset** for production-grade signal: `movate bench ./agents/manager --dataset evals/dataset.jsonl`.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**Save the bench_id**. Next time you tweak the manager prompt, run with `--baseline bn-xyz-789 --regression-tolerance 0.05` — CI fails if a model regresses past 5%.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Ship it to production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11 — Deploy to Azure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Workflow + 3 agents + KB go up; ACA scales worker on queue depth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Make sure your target is registered (one-time)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config show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Build container + push to ACR + roll new revision on both apps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deploy --target prod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Output (abbreviated):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Building image movate:0.5.0-9e98a1e via az acr build... done (54s)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Updating movate-prod-api... revision movate-prod-api--rev-xyz live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Updating movate-prod-worker... revision movate-prod-worker--rev-xyz live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/healthz reports v0.5.0-9e98a1e on both apps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Deploy successful in 87s. Run movate doctor --target prod for sanity.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Sanity-check the deploy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doctor --target prod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Expect: 9 green checks (az login, sub, RG, ACR, both apps, /healthz)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**`az acr build`** does the image build server-side — no Docker needed on your laptop. ~1 min for an incremental change; ~2 min cold.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**Revision roll is atomic** — ACA holds traffic on the previous revision until the new one's `/healthz` returns the new version string.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**Rollback is one command**: `movate deploy --target prod --skip-build --image-tag movate:0.5.0-&lt;prev-sha&gt;`. No re-build needed.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Step 12 — Use it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Submit jobs from anywhere · Telegram pings your phone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508760"/>
            <a:ext cx="11091672" cy="4023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645919"/>
            <a:ext cx="10698480" cy="3749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Submit a workflow run against the deployed runtime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submit movate-faq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'{"question": "What is Movate'\''s digital engineering practice?"}'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--target prod \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    --wait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Output: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✓ workflow_run mvt-prod-456... — success (2.4s, $0.024)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classification: services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answer: Movate's digital engineering practice covers...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sources: ["Digital Engineering", "Industry Solutions"]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 📱 Your phone dings via Telegram bot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Fire-and-forget mode + poll later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submit movate-faq '{"question": "..."}' --target prod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jobs show &lt;job-id&gt;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# Recent jobs (paginated)</a:t>
            </a:r>
          </a:p>
          <a:p>
            <a:pPr>
              <a:spcAft>
                <a:spcPts val="0"/>
              </a:spcAft>
              <a:defRPr sz="1200">
                <a:solidFill>
                  <a:srgbClr val="E6E6E6"/>
                </a:solidFill>
                <a:latin typeface="Menlo"/>
              </a:defRPr>
            </a:pPr>
            <a:r>
              <a:t>movate jobs list --target prod --status success --limit 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15000"/>
            <a:ext cx="11091672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**`--wait`** blocks until terminal — useful for one-off interactive use. Fire-and-forget by default for scripted submission.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**Telegram alerts** require one-time setup (see onboarding deck slide 19). Once wired, every job your account submits pings your phone.</a:t>
            </a:r>
          </a:p>
          <a:p>
            <a:pPr>
              <a:spcAft>
                <a:spcPts val="600"/>
              </a:spcAft>
              <a:defRPr sz="1400">
                <a:solidFill>
                  <a:srgbClr val="1A1A1A"/>
                </a:solidFill>
              </a:defRPr>
            </a:pPr>
            <a:r>
              <a:t>**Multi-tenant safe** — your `tenant_id` is encoded in your API key. You can never see another tenant's jobs or trigger their workflows.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6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 i="0">
                <a:solidFill>
                  <a:srgbClr val="006EB8"/>
                </a:solidFill>
              </a:defRPr>
            </a:pPr>
            <a:r>
              <a:t>PART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0175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 i="0">
                <a:solidFill>
                  <a:srgbClr val="1A1A1A"/>
                </a:solidFill>
              </a:defRPr>
            </a:pPr>
            <a:r>
              <a:t>Recap + going further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What you just exercised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The full v1.0 movate-cli capability surface against one realistic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**3 typed agents** with separate model choices (cheap classifier, prose-strong role agents).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**Conditional workflow** with the LangGraph backend — routing via a JSONPath-like DSL on the manager's output.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**Eval gate** on routing accuracy — `--gate 0.9` fails CI on regression. Per-case results in a Rich table.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**Multi-model bench** with stored `bench_id` for drift detection — cheapest-model-that-routes-correctly is the win condition.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**Cost ceilings + per-tenant budgets** enforced at executor entry. Manager has $0.001/run cap; role agents have $0.05/run.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**Deploy + revision roll** in one command. ACA worker scales on queue depth via KEDA Postgres scaler.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**Production submission** with Telegram alerts on completion. Tenant-isolated; cross-tenant invisible.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**One file (`workflow.yaml`)** describes the whole architecture — version-controlled, PR-reviewable, env-portable.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Going further — extension ideas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Drop-in changes that scale this from demo to real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**Swap inline KB for retrieval-augmented**: replace the prompt-embedded KB with a `@tool`-decorated `kb_search(query)` function backed by pgvector or Azure AI Search. Each role agent calls it per question. Movate-cli's tool registry handles the JSON-schema plumbing.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more role agents**: HR-policy expert, billing expert, contract-lookup. Add a node + a conditional edge — manager's classification enum grows.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HITL approval** before answering sensitive questions: insert a `type: human` node between manager and role agents. External system (Slack approval bot, email, etc.) decides whether to continue.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**Stream answers back via SSE**: opt-in `POST /run?wait=true` with HTTP streaming (Tier B follow-up). Useful for an interactive chat UI on top.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**Multi-language**: have manager classify language first, route to language-specific role agents. Movate's deploy story is single-region today; multi-region is a v1.1+ deferred item.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**Tighter cost gates**: set per-tenant monthly cost ceiling with `movate tenants set-budget --monthly-usd-limit 50`. Caps runaway spend regardless of how many jobs land.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Each extension is additive — no need to rewrite the demo to upgrade incrementally.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960120"/>
            <a:ext cx="11091672" cy="36576"/>
          </a:xfrm>
          <a:prstGeom prst="rect">
            <a:avLst/>
          </a:prstGeom>
          <a:solidFill>
            <a:srgbClr val="006E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 i="0">
                <a:solidFill>
                  <a:srgbClr val="1A1A1A"/>
                </a:solidFill>
              </a:defRPr>
            </a:pPr>
            <a:r>
              <a:t>Try it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 i="0">
                <a:solidFill>
                  <a:srgbClr val="555555"/>
                </a:solidFill>
              </a:defRPr>
            </a:pPr>
            <a:r>
              <a:t>Start with the smallest possible version and grow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1109167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**Minimum viable demo (~30 min):** scaffold the three agents, write workflow.yaml, run with one example question. No KB, no eval, no deploy.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KB (~30 min):** populate role agent prompts with a real KB excerpt. Run with 5 different questions; verify routing is correct.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eval (~30 min):** build the 30-case dataset, run `movate eval --gate 0.9`. Iterate the manager prompt until it passes.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**Add bench (~15 min):** compare 3 manager models. Pick the cheapest that still routes accurately.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**Deploy (~10 min):** one command, end-to-end. Hit your phone with a Telegram ping.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Total: about 2 hours from "empty directory" to "production-deployed multi-agent system with quality gates."</a:t>
            </a:r>
          </a:p>
          <a:p>
            <a:pPr>
              <a:spcAft>
                <a:spcPts val="600"/>
              </a:spcAft>
              <a:defRPr sz="1700">
                <a:solidFill>
                  <a:srgbClr val="1A1A1A"/>
                </a:solidFill>
              </a:defRPr>
            </a:pPr>
            <a:r>
              <a:t>When you ship one — share in #movate-cli. Other teams' demos are the best documentation of what's possible.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355080"/>
            <a:ext cx="11091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 i="0">
                <a:solidFill>
                  <a:srgbClr val="555555"/>
                </a:solidFill>
              </a:defRPr>
            </a:pPr>
            <a:r>
              <a:t>Pair this deck with the onboarding deck (commands reference) and docs/dev-loop.md (deeper walkthrough).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