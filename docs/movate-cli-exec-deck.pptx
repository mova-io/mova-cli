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 i="0">
                <a:solidFill>
                  <a:srgbClr val="1A1A1A"/>
                </a:solidFill>
              </a:defRPr>
            </a:pPr>
            <a:r>
              <a:t>movate-cli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749039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 i="0">
                <a:solidFill>
                  <a:srgbClr val="555555"/>
                </a:solidFill>
              </a:defRPr>
            </a:pPr>
            <a:r>
              <a:t>Internal AI agent platform — built, deployed, validated end-to-end on Azure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006EB8"/>
                </a:solidFill>
              </a:defRPr>
            </a:pPr>
            <a:r>
              <a:t>Internal AI agent platform · v1.0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What we shipped, in one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v1.0 of an internal AI agent + workflow platform. Single binary covers the full developer loop: scaffold, iterate, evaluate, benchmark, deploy.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Production-deployed on Azure Container Apps + Postgres Flex + Key Vault. Validated end-to-end against a real subscription.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Multi-vendor LLM support via LiteLLM (OpenAI, Anthropic, Gemini, Azure OpenAI). No vendor lock-in in the application layer.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Tenant isolation enforced at every SQL boundary. Per-tenant cost ceilings, per-job model-policy enforcement, full observability via Langfuse + OpenTelemetry.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Operator alerts (email / SMS / Telegram) for production jobs. CI gates on eval regression + bench cost-drift.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Feature-complete for v1.0 scope. Next investments are templates, customer-onboarding gates (privacy redaction), and v1.1 workflow features.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Why we built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Movate engineers were prototyping AI agents in scattered notebooks, isolated repos, and ad-hoc Streamlit apps — no shared definition of "what an agent is."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Each team picked its own LLM vendor, secrets management, deployment approach, and quality bar. Knowledge didn't compose.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Cost and quality were invisible. No one knew which models a customer-facing agent was paying for, or whether a prompt edit had regressed accuracy.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Operational handoffs (eng → SRE → security) had no shared substrate — every project relitigated tenant isolation, secrets, deploys, RBAC.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Goal: one platform that turns "an agent" into a typed, version-controlled, evaluated, deployable artifact — with the same ergonomics as a Python library.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The solution: movate-cli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One CLI. One YAML contract. One deploy 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Declarative `agent.yaml` (Pydantic-validated) is the contract. Schema in, schema out — typed JSON in / typed JSON out.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`movate init / validate / watch / run / eval / bench / deploy / submit` covers the entire developer loop.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Multi-vendor LLM support behind a single `BaseLLMProvider` Protocol. Models are config, not code.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Workflows compose agents into a graph. Linear DAGs run on a homegrown runner; conditional / parallel / human-in-the-loop opt into LangGraph.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Built-in observability: Langfuse + OpenTelemetry traces, cost attribution per call, drift baselines for eval and bench.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Azure-native deploy: Bicep modules + GitHub Actions OIDC federated credentials. `git push release/dev` → running revision.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006EB8"/>
                </a:solidFill>
              </a:defRPr>
            </a:pPr>
            <a: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 i="0">
                <a:solidFill>
                  <a:srgbClr val="1A1A1A"/>
                </a:solidFill>
              </a:defRPr>
            </a:pPr>
            <a:r>
              <a:t>What's shipped in v1.0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Three layers: local dev loop, Azure runtime, operator alerts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Local developer loop: `movate` CLI → local Executor → LiteLLM → any provider. Stores everything in sqlite for offline replay.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Azure deployed runtime: API + worker on Container Apps; Postgres Flex for state; Key Vault for secrets; user-assigned managed identities for ACR pull + KV reads.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KEDA Postgres scaler scales the worker on queue depth (claimable jobs), not CPU. Leading indicator, not lagging.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Operator alert fan-out (MultiDispatcher pattern): every terminal job fans out to email / SMS / Telegram channels — each channel decides whether to fire.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Diagram with full edges in `docs/v1.0-overview.md` (renders inline in GitHub).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555555"/>
                </a:solidFill>
              </a:defRPr>
            </a:pPr>
            <a:r>
              <a:t>See: docs/v1.0-overview.md · infra/azure/main.bicep · docs/azure-bootstrap.md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Shipped: Local developer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The inner loop — from blank dir to typed, validated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`movate init &lt;name&gt;` — scaffolds agent.yaml, prompt.md, JSON schemas, eval dataset stub, judge config.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`movate watch` — hot-reload TDD. Poll filesystem; on save, re-run validate + linter. Save the prompt, see the diff in &lt;1s.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Prompt linter (4 rules): undeclared input refs (Jinja2 AST analysis), empty prompt, missing JSON instruction, no output-schema reference. Errors exit 2; --strict promotes warnings.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Cost forecast on every validate: estimates eval-run cost from dataset size × pricing-table. Catches "$4 surprise" bills before running.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`movate run --mock` — deterministic provider, no API keys needed. Smoke-test wiring without burning provider budget.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Rich + Typer panels group commands by phase. `movate --help` is the discovery surface.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Shipped: Azure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One-command deploy after one-time bootstrap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`scripts/azure-bootstrap.sh dev` — idempotent script: resource group + service principal + federated OIDC credential + role assignments. Eliminates the most error-prone manual step.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`infra/azure/main.bicep` — seven modular Bicep files (ACR, Key Vault, Postgres Flex, ACA env, two apps, etc.). Per-env SKU defaults: dev is cheap Burstable; prod is GeneralPurpose with 2 warm replicas.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User-assigned managed identities created at the top level — role assignments grant access BEFORE the apps come up. Fixes a real chicken-and-egg deadlock we hit on the first cold deploy.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`movate deploy --target dev` wraps `az acr build` (cloud-side image build) + `az containerapp update` (revision roll) + `/healthz` poll until version matches. Rollback via `--skip-build --image-tag &lt;prev&gt;`.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`movate doctor --target &lt;env&gt;` walks the deploy path — az login → subscription → RG → ACR → both apps → /healthz. Operator pointers on every red.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`.github/workflows/deploy.yml` — federated OIDC, scoped per-env GitHub Environments for approval gates. `git push release/dev` → auto-deploy.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Shipped: Quality gates as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Eval + bench with CI-gateable regression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`movate eval --gate 0.7 --runs 3` — dataset eval with exact-match or LLM-as-judge scoring. Cross-family enforcement: judge ≠ tested family (catches confounded scores).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`movate eval --baseline &lt;id&gt; --regression-tolerance 0.05` — diffs current run vs stored EvalRecord. Exits 1 on regression past tolerance. CI-gateable.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`movate bench` — multi-model comparison. Per-provider cost mean, latency p50/p95, score under the configured gate mode (mean | min | p10).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`movate bench --baseline &lt;id&gt;` — per-model deltas vs a stored bench, with matched/added/removed model sets surfaced. Same regression gate semantics.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Tenant-scoped monthly cost ceiling enforced at executor entry — zero provider cost on a budget-blocked run.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Model policy (`movate.yaml: policy.allowed_providers / deny_models / max_cost_per_run_usd`) enforced at validate + at executor entry — bundles loaded by `movate serve` can't bypass.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Shipped: Observability + tracing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Cost-aware spans on every provider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Langfuse integration: every run / eval / bench produces a Langfuse trace with prompt, completion, tokens, cost, and pricing-table version stamped on the root span.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OpenTelemetry alternative: OTLP exporter via env config — drops into any OTel backend (Honeycomb, Datadog, Grafana Tempo, …).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Per-call span attributes: `cost_usd`, `pricing_version`, `chosen_provider`, `tokens.input / output / cached_input`. Dashboards filter on pricing_version drift without joining back to RunRecord.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Cost-drift detection: every run logs both our pricing-table cost AND LiteLLM's reported cost. Drift &gt; 5% logs a loud warning. Our table stays canonical.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`movate trace replay &lt;run-id&gt;` — reconstructs a run / workflow's node-by-node execution from stored RunRecords. Useful for debugging weeks-old failures.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Shipped: Operator notifications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0">
                <a:solidFill>
                  <a:srgbClr val="006EB8"/>
                </a:solidFill>
              </a:defRPr>
            </a:pPr>
            <a:r>
              <a:t>Per-job opt-in 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Email (SMTP) — vendor-agnostic. Works with ACS Email, SendGrid, Mailgun, AWS SES, Gmail — anything that speaks SMTP.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Activated via `--notify-email &lt;addr&gt;`. Worker fires fire-and-forget after each terminal transition.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SMS (Azure Communication Services) — Azure-native; connection string in KV behind managed identity.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Activated via `--notify-sms +1...` with client-side E.164 normalize+validate.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Blocked on operator-side A2P 10DLC registration (~2-3 weeks) for US deliverability — code-ready.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5352" y="11887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0">
                <a:solidFill>
                  <a:srgbClr val="006EB8"/>
                </a:solidFill>
              </a:defRPr>
            </a:pPr>
            <a:r>
              <a:t>Operator-wide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5352" y="169164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Telegram bot — free, no regulatory tax, cross-platform.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Operator-wide trigger: pings on EVERY terminal job (vs. per-job opt-in for email/SMS).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Right shape for personal dev-loop alerts ("my job finished"). 5-minute setup: BotFather → /start → KV paste.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Validated end-to-end against author's real phone during platform validation.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MultiDispatcher composes all three: each backend decides whether the job addresses its channel.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Shipped: Tenant isolation as a first-class concern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Every storage path filters by tenant_id at the SQL WHERE clause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Single multi-tenant Postgres. Every persisted row carries `tenant_id`; every read filters on it.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9 audit gaps closed in v1.0 stage 4: get_run / get_workflow_run / get_eval / get_job / get_bench / update_job / revoke_api_key / touch_api_key / list_evals / list_workflow_runs.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Cross-tenant lookups return `None`, never 403 — leaking 403 would leak the existence of cross-tenant IDs.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Parametrized fuzz tests over all three storage backends (in-memory, sqlite, postgres) sweep every cross-tenant read path. CI gates on it.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Workflow checkpointer (LangGraph integration) tenant-namespaces thread IDs — tenant A's pause/resume threads are invisible to tenant B even if IDs collide.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API key tenant scope is encoded in the key prefix (`mvt_&lt;env&gt;_&lt;tenant&gt;_&lt;keyid&gt;_&lt;secret&gt;`) and validated server-side on every request.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Shipped: Workflow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Compose agents into typed graphs · dual-runtime · checkpointable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Workflow YAML compiles to an internal IR (`WorkflowGraph` with `NodeType` + `EdgeKind` enums) — runtime-agnostic.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Linear DAGs run on a homegrown runner (zero deps). Conditional / parallel / human-in-the-loop opt into LangGraph via `runtime: langgraph`.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LangGraph compiler supports `interrupt_before` for HUMAN nodes + tenant-namespaced checkpointers (memory / sqlite / postgres) for pause-resume across processes.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Resume API: HUMAN node interrupts the graph → external system POSTs `/workflows/{id}/resume` with operator decision → execution continues from the checkpoint with the merged state.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Determinism bundle (v1.1): tenant-namespaced checkpointer, resume API, HITL nodes, conditional + parallel edges, tool registry — all shipped, all CI-green.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v1.1+: TOOL / FUNCTION / SUB_WORKFLOW node types currently rejected by `can_compile` with operator-facing error pointers. Each follow-up PR flips one rejection.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006EB8"/>
                </a:solidFill>
              </a:defRPr>
            </a:pPr>
            <a: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 i="0">
                <a:solidFill>
                  <a:srgbClr val="1A1A1A"/>
                </a:solidFill>
              </a:defRPr>
            </a:pPr>
            <a:r>
              <a:t>Developer experience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From `movate init` to running on Azure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0">
                <a:solidFill>
                  <a:srgbClr val="006EB8"/>
                </a:solidFill>
              </a:defRPr>
            </a:pPr>
            <a:r>
              <a:t>Day 0 — Scaffold + iterate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`movate init my-agent` (scaffold)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`movate watch ./my-agent` (hot-reload TDD)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`movate validate` (linter + cost forecast)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`movate run --mock` (no API call)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Day 1 — Quality gates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`movate eval --gate 0.7` (regression gate)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`movate eval --baseline &lt;id&gt;` (drift)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`movate bench -m gpt-4o -m claude-3-5-haiku`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`movate bench --baseline &lt;id&gt;` (cost drift)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5352" y="11887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0">
                <a:solidFill>
                  <a:srgbClr val="006EB8"/>
                </a:solidFill>
              </a:defRPr>
            </a:pPr>
            <a:r>
              <a:t>Day 2 — Deploy to Azure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5352" y="169164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`scripts/azure-bootstrap.sh dev`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`az deployment group create ...`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`movate config add-target dev ...`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`movate doctor --target dev`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`movate deploy --target dev`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Day 3+ — Use the deployed runtime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`movate submit faq-agent '...' --target dev`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`movate jobs show &lt;id&gt;` / `jobs list`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📱 Telegram bot pings on terminal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Live demo (optional)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5-minute walkthrough — replace this slide or skip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Open a terminal: `movate init faq-agent-demo`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Edit `prompt.md` in your editor while `movate watch ./faq-agent-demo` runs — show the live re-validate loop with cost forecast.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`movate run ./faq-agent-demo "what is movate?" --mock` — show the typed JSON output.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`movate eval ./faq-agent-demo --gate 0.7 --mock` — show pass/fail with the Rich table.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(Already-deployed dev env) `movate submit faq-agent-demo '...' --target dev --wait` — wait ~3s, Telegram phone dings on the slide.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Total runtime: ~5 minutes. Pre-stage the `--target dev` setup since the deployment is 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555555"/>
                </a:solidFill>
              </a:defRPr>
            </a:pPr>
            <a:r>
              <a:t>Tip: pre-record a 90-second screencast as fallback in case live demo gets stuck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006EB8"/>
                </a:solidFill>
              </a:defRPr>
            </a:pPr>
            <a: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 i="0">
                <a:solidFill>
                  <a:srgbClr val="1A1A1A"/>
                </a:solidFill>
              </a:defRPr>
            </a:pPr>
            <a:r>
              <a:t>Status, cost, risk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Snapshot at v1.0 — every number CI-verified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560320" cy="17373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006EB8"/>
                </a:solidFill>
              </a:defRPr>
            </a:pPr>
            <a:r>
              <a:t>770+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803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555555"/>
                </a:solidFill>
              </a:defRPr>
            </a:pPr>
            <a:r>
              <a:t>unit tests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828800"/>
            <a:ext cx="2560320" cy="17373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96596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006EB8"/>
                </a:solidFill>
              </a:defRPr>
            </a:pPr>
            <a: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8803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555555"/>
                </a:solidFill>
              </a:defRPr>
            </a:pPr>
            <a:r>
              <a:t>failing tests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79" y="1828800"/>
            <a:ext cx="2560320" cy="17373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79" y="196596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006EB8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9" y="28803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555555"/>
                </a:solidFill>
              </a:defRPr>
            </a:pPr>
            <a:r>
              <a:t>storage backends parametrized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399" y="1828800"/>
            <a:ext cx="2560320" cy="17373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399" y="196596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006EB8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399" y="28803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555555"/>
                </a:solidFill>
              </a:defRPr>
            </a:pPr>
            <a:r>
              <a:t>PRs in active stack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94760"/>
            <a:ext cx="2560320" cy="17373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006EB8"/>
                </a:solidFill>
              </a:defRPr>
            </a:pPr>
            <a:r>
              <a:t>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8463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555555"/>
                </a:solidFill>
              </a:defRPr>
            </a:pPr>
            <a:r>
              <a:t>movate sub-commands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3794760"/>
            <a:ext cx="2560320" cy="17373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393192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006EB8"/>
                </a:solidFill>
              </a:defRPr>
            </a:pPr>
            <a:r>
              <a:t>9/9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8463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555555"/>
                </a:solidFill>
              </a:defRPr>
            </a:pPr>
            <a:r>
              <a:t>doctor checks green on live Azure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79" y="3794760"/>
            <a:ext cx="2560320" cy="17373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79" y="393192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006EB8"/>
                </a:solidFill>
              </a:defRPr>
            </a:pPr>
            <a:r>
              <a:t>~$50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79" y="48463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555555"/>
                </a:solidFill>
              </a:defRPr>
            </a:pPr>
            <a:r>
              <a:t>/mo idle cost on dev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15399" y="3794760"/>
            <a:ext cx="2560320" cy="17373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399" y="393192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006EB8"/>
                </a:solidFill>
              </a:defRPr>
            </a:pPr>
            <a: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399" y="48463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555555"/>
                </a:solidFill>
              </a:defRPr>
            </a:pPr>
            <a:r>
              <a:t>tenant-scoped queries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Cost analysis (Azure)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Steady-state idle cost per environment — scales with traffic, not idle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9167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334"/>
                <a:gridCol w="2218334"/>
                <a:gridCol w="2218334"/>
                <a:gridCol w="2218334"/>
                <a:gridCol w="2218336"/>
              </a:tblGrid>
              <a:tr h="493776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Env</a:t>
                      </a:r>
                    </a:p>
                  </a:txBody>
                  <a:tcPr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Monthly idle (USD)</a:t>
                      </a:r>
                    </a:p>
                  </a:txBody>
                  <a:tcPr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Postgres tier</a:t>
                      </a:r>
                    </a:p>
                  </a:txBody>
                  <a:tcPr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ACA replicas</a:t>
                      </a:r>
                    </a:p>
                  </a:txBody>
                  <a:tcPr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006EB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dev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~$50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Burstable B1ms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1 /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Sandbox; tear down when not in 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staging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~$100-200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Burstable B2s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1 / 2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Pre-release validation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prod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~$300-500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Standard_D2ds_v5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2 /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Always-warm replicas; longer log retention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Per-environment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+ token costs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(passthrough)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(passthrough)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LLM usage billed by provider; pricing-table tracks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Security + risk posture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Where v1.0 stands and what's covered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Secrets: Key Vault is canonical. No secret ever appears in Bicep outputs, container images, or deployment history. Managed-identity reads only.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Identity: federated OIDC from GitHub Actions to Azure SP — zero long-lived client secrets stored in CI.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Tenant isolation: SQL-layer enforcement on every read/mutate path. 9 audit gaps closed; parametrized fuzz tests over all three backends in CI.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Cost protection: per-tenant monthly cost ceiling enforced at executor entry — runaway cost limited by config, not by humans noticing.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Network: public ingress in v1.0 with bearer-token auth on every endpoint. VNet integration deferred to v1.1 if security review requires.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Rate limiting per API key (token-bucket; default 60 req/min/key) prevents key-credential abuse from a single source.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Audit log: every action persisted with `api_key_id` for forensics — failures stored with full context in `failures` table.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RBAC + SSO deferred to v1.1+. v1.0 is single-tier bearer-token API keys. Acceptable for internal-only v1.0 scope.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What's NOT in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Explicit deferrals — none are accidental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9167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49638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Reason for deferral</a:t>
                      </a:r>
                    </a:p>
                  </a:txBody>
                  <a:tcPr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06EB8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RBAC + Azure AD SSO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Multi-user auth deferred; v1.0 is bearer-token API keys (internal scope)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v1.1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LangGraph TOOL / FUNCTION / SUB_WORKFLOW nodes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`can_compile` rejects with operator-facing pointer; each PR flips one rejection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v1.1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HTTP streaming for `POST /run?wait=true`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Polling is fine for batch / dev-team flows; reconsider for interactive UIs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v1.1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DeepEval / Ragas / TruLens integrations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Defer until a RAG agent ships to production needing those metrics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v1.1+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Multi-region failover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Customers are single-region; bring active/passive when that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post-v1.x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Custom domains + TLS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ACA's `*.azurecontainerapps.io` URL is fine for v1.0; cert provisioning deferred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</a:defRPr>
                      </a:pPr>
                      <a:r>
                        <a:t>v1.1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006EB8"/>
                </a:solidFill>
              </a:defRPr>
            </a:pPr>
            <a: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 i="0">
                <a:solidFill>
                  <a:srgbClr val="1A1A1A"/>
                </a:solidFill>
              </a:defRPr>
            </a:pPr>
            <a:r>
              <a:t>Roadmap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Roadmap — Next 1 week (Tier B polish)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Highest-leverage investments. Each ~1 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**More agent templates** (extractor, RAG, function-caller) — most customer-visible. Answers "what can I build?" with concrete starts. `movate init --template extractor my-thing`.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**`movate logs &lt;run-id&gt; --tail`** — Rich-rendered timeline of stored events. Pairs with Telegram alerts (alert lands → check what happened).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**Privacy redaction (`tracer.redact_io: true`)** — config flag to mask prompt / output in spans for PII-sensitive tenants. Gates real customer onboarding.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**Rubric library** — 5 standard judges (relevance, correctness, faithfulness, safety, tone). Importable by name from `evals/judge.yaml`. Productizes the eval 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555555"/>
                </a:solidFill>
              </a:defRPr>
            </a:pPr>
            <a:r>
              <a:t>See: BACKLOG.md Tier B for the full list with effort estimates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Roadmap — Next 1 month + 1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0">
                <a:solidFill>
                  <a:srgbClr val="006EB8"/>
                </a:solidFill>
              </a:defRPr>
            </a:pPr>
            <a:r>
              <a:t>Next 1 month (real features)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HTTP streaming for `/run?wait=true` (SSE) — interactive UI use case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`/run` idempotency by `request_id` — CI retry safety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`workflow_runs` linking table — parent→child run lineage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LangGraph TOOL node compilation — first of the deferred node types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Workflow replay CLI — `movate run --replay &lt;workflow-run-id&gt;`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5352" y="11887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 i="0">
                <a:solidFill>
                  <a:srgbClr val="006EB8"/>
                </a:solidFill>
              </a:defRPr>
            </a:pPr>
            <a:r>
              <a:t>Next 1 quarter (v1.1+)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5352" y="169164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RBAC + Azure AD SSO — multi-user auth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DeepEval / Ragas integration — RAG-grounding metrics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Multi-region failover — active/passive across regions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Custom domain + TLS — for any customer-facing surface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VNet integration — if security review requires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Asks +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What I need to keep momentum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**Operator-side: A2P 10DLC brand registration** (~2-3 weeks with The Campaign Registry). Only matters if customer-facing SMS is a real product surface. Telegram covers internal/personal alerts already.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**Azure subscription access for staging + prod** — currently validated on a personal sub. Production deploys need Movate's Azure tenancy.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**Movate corp Azure permissions** for redoing platform validation in the corporate tenant: Application Developer (Entra ID) + Owner on a dedicated `movate-&lt;env&gt;-rg`.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**Customer engagement decision** — which Tier B template is highest priority? Drives which template I scaffold first (extractor / RAG / function-caller).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**Budget signoff** for production deploy — ~$300-500/mo per environment when running.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Open questions / Q&amp;A.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555555"/>
                </a:solidFill>
              </a:defRPr>
            </a:pPr>
            <a:r>
              <a:t>docs/v1.0-overview.md · docs/dev-loop.md · BACKLOG.md · docs/azure-bootstrap.md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